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9" r:id="rId4"/>
  </p:sldMasterIdLst>
  <p:sldIdLst>
    <p:sldId id="256" r:id="rId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7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presProps" Target="presProps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1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033821-597E-4B4F-8572-5DA1CB18356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8640" y="950976"/>
            <a:ext cx="6509385" cy="3556730"/>
          </a:xfrm>
        </p:spPr>
        <p:txBody>
          <a:bodyPr anchor="t">
            <a:normAutofit/>
          </a:bodyPr>
          <a:lstStyle>
            <a:lvl1pPr algn="l"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4C38D70-8FF5-47D7-A0DD-087A227BC9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6072" y="4572000"/>
            <a:ext cx="6481953" cy="1485900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B5B485-516D-48B7-AF1D-69AEEA351A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E23C7-78A4-413A-A84B-93D4CC0A9EB1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614DDB-2831-4FF8-9DA7-0449659D7A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F178F6-65BA-4964-80E2-DB6EA3355F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39E08-E0E5-4B1A-8F7D-08FE7678A3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70013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DA45AC-24E0-45A1-90C3-7BF96C3FC7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2018E1-7CA3-4B5E-9683-554FDFC63E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95D32D-7150-4DF2-B992-A2B4F5605D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E23C7-78A4-413A-A84B-93D4CC0A9EB1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D03F0C-FCA3-464C-B6ED-864DB51E7D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C41006-DAE1-4326-B1AE-FD527A653B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39E08-E0E5-4B1A-8F7D-08FE7678A3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25842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173B84-BE32-464A-A765-975C21B5CF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7923" y="952500"/>
            <a:ext cx="6678695" cy="3962398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0145C2-97CF-4887-904A-8ADC80525A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043860" y="952501"/>
            <a:ext cx="3500440" cy="396239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524559-DA32-4398-A8EE-EED2469D63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E23C7-78A4-413A-A84B-93D4CC0A9EB1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967BE1-F1AC-4732-B52E-1C7D63DEF8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A13C03-DDF0-48C6-B1BF-D28875F823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39E08-E0E5-4B1A-8F7D-08FE7678A3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1505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46F411-42B3-4A17-BE7E-861BE7E7DC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8E0603-F4C0-40AC-A53E-40449D53D74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48640" y="2029968"/>
            <a:ext cx="5281506" cy="41481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6BC5634-2887-4182-A9BE-B382357D4F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57928" y="2029968"/>
            <a:ext cx="5281506" cy="41481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6B6E74-28E1-4684-B515-4265ED7B1E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E23C7-78A4-413A-A84B-93D4CC0A9EB1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D375EA-A8F8-485D-A82F-CD85D4C9E1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D9E4B0-F5E3-407F-A548-B616E77498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39E08-E0E5-4B1A-8F7D-08FE7678A3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17830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82161A-7627-4D64-AF08-10D702AFE2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2659" y="950976"/>
            <a:ext cx="10802729" cy="881796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3B6884-07D8-4CC4-BE99-516F1433BE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2918" y="1832772"/>
            <a:ext cx="5281507" cy="742638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13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182C638-B5A8-4F8C-85AE-33BEAF54C0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48640" y="2600531"/>
            <a:ext cx="5281507" cy="36845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40D1933-A703-4BDC-A697-728E899EEDE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57927" y="1832772"/>
            <a:ext cx="5283202" cy="742638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13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5925DBD-4D51-4A2D-B1E4-6D094CD1E80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57927" y="2600531"/>
            <a:ext cx="5283202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62636E2-E26E-42F7-9E05-3F756C7D17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E23C7-78A4-413A-A84B-93D4CC0A9EB1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6F7281B-0E5C-421E-AFFE-775F57C5DD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E483462-E410-4DC7-AE53-27AABECFE6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39E08-E0E5-4B1A-8F7D-08FE7678A3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48160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ACFA68-31B5-48C5-929A-842FDF0FD8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95A2600-419E-46E9-946F-FBDEDBA1D4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E23C7-78A4-413A-A84B-93D4CC0A9EB1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385F9A9-98FF-4653-A570-9F351A1ABD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BD44457-95F1-4B15-A647-B14F91F7A6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39E08-E0E5-4B1A-8F7D-08FE7678A3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05542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519EABA-1008-4E49-9184-3A946ECD71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E23C7-78A4-413A-A84B-93D4CC0A9EB1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05C3BD0-269D-4127-B5F7-84B0D8A74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623447-C740-4495-93EC-7252B1B929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39E08-E0E5-4B1A-8F7D-08FE7678A3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42766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2D1155-71E7-4F0A-BB62-933743CF6E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52500"/>
            <a:ext cx="4124084" cy="2362200"/>
          </a:xfrm>
        </p:spPr>
        <p:txBody>
          <a:bodyPr anchor="t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B6D44-5A1E-4176-8766-4B81E045D5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00700" y="952500"/>
            <a:ext cx="5934074" cy="49085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C810EC6-11DD-4B5D-A2D2-4DCF73E583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48641" y="3429000"/>
            <a:ext cx="4124084" cy="243998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5DFCDF-666E-4DB4-A1C0-79D40A0070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E23C7-78A4-413A-A84B-93D4CC0A9EB1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3A69AC-15E6-4B19-A59D-DBDBE923DB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79F0EE-74DE-4FEC-81E9-E40D533978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39E08-E0E5-4B1A-8F7D-08FE7678A3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23854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A3CA4F-6508-4AD6-8367-A0288D888D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1" y="952500"/>
            <a:ext cx="4124084" cy="2397918"/>
          </a:xfrm>
        </p:spPr>
        <p:txBody>
          <a:bodyPr anchor="t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906BFCD-2F93-4D99-89EA-F0359FB782B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522119" y="987425"/>
            <a:ext cx="6022181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F4C1F7-1272-41C8-8C29-676316D02D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48641" y="3429000"/>
            <a:ext cx="4124084" cy="24399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CDD491-0FE6-4B42-AAA6-B698E46F1A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E23C7-78A4-413A-A84B-93D4CC0A9EB1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58F83F-4E9F-4607-A69B-DFC932560A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324484-C6E4-4D8A-BDAB-09B1FBB436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39E08-E0E5-4B1A-8F7D-08FE7678A3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78578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307F1B-6F93-4E6E-8C8C-D01A9DEB6A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97D2968-FE85-492F-A77B-1771F4EAA8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48641" y="2028826"/>
            <a:ext cx="11094348" cy="4029074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592DA2-B1FB-45C6-B10C-141AC2BFB3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E23C7-78A4-413A-A84B-93D4CC0A9EB1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CA6D78-CE47-4CA7-B3B6-AFAE5175F6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EDC5C0-8780-4819-A8FC-32A0141D27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39E08-E0E5-4B1A-8F7D-08FE7678A3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91511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7B8F9A8-05F2-4F79-B689-1FA2F31965D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472612" y="952499"/>
            <a:ext cx="2207417" cy="5105401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5D615BC-61CD-4D59-8E85-B59072E2B2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57924" y="952499"/>
            <a:ext cx="8914688" cy="5105401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F81C46-8CC0-4B79-AF2E-84C86C6A8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E23C7-78A4-413A-A84B-93D4CC0A9EB1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A76817-4D29-4888-B68C-A35F5A069C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A0B21A-30A9-4173-9E3F-D985B86A35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39E08-E0E5-4B1A-8F7D-08FE7678A3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99152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F90E843-90BA-4A7D-8F9F-FFE49387A6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39" y="950976"/>
            <a:ext cx="10995659" cy="107784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F7CA62-9B55-49B4-94B6-EAAF7D5AE0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8641" y="2028826"/>
            <a:ext cx="10995660" cy="40290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3CEA03-AAFA-4A69-A3DA-1DD0EF273F1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88729" y="6449535"/>
            <a:ext cx="2983095" cy="308453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4CDE23C7-78A4-413A-A84B-93D4CC0A9EB1}" type="datetimeFigureOut">
              <a:rPr lang="en-US" smtClean="0"/>
              <a:pPr/>
              <a:t>5/3/2025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E97F43-1ECB-4FC2-863E-26CEE24A00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57924" y="173776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C7F9D8-4B2E-4871-B2AE-EFC06BE231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10710" y="6449535"/>
            <a:ext cx="932279" cy="308453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6CB39E08-E0E5-4B1A-8F7D-08FE7678A3B6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62919E4-C488-4107-9EF1-66152F848008}"/>
              </a:ext>
            </a:extLst>
          </p:cNvPr>
          <p:cNvCxnSpPr>
            <a:cxnSpLocks/>
          </p:cNvCxnSpPr>
          <p:nvPr/>
        </p:nvCxnSpPr>
        <p:spPr>
          <a:xfrm>
            <a:off x="643467" y="678719"/>
            <a:ext cx="10905066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BF79732-4088-424C-A653-4534E4389443}"/>
              </a:ext>
            </a:extLst>
          </p:cNvPr>
          <p:cNvCxnSpPr>
            <a:cxnSpLocks/>
          </p:cNvCxnSpPr>
          <p:nvPr/>
        </p:nvCxnSpPr>
        <p:spPr>
          <a:xfrm>
            <a:off x="643467" y="6309695"/>
            <a:ext cx="10905066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298000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695" r:id="rId2"/>
    <p:sldLayoutId id="2147483696" r:id="rId3"/>
    <p:sldLayoutId id="2147483697" r:id="rId4"/>
    <p:sldLayoutId id="2147483698" r:id="rId5"/>
    <p:sldLayoutId id="2147483692" r:id="rId6"/>
    <p:sldLayoutId id="2147483688" r:id="rId7"/>
    <p:sldLayoutId id="2147483689" r:id="rId8"/>
    <p:sldLayoutId id="2147483690" r:id="rId9"/>
    <p:sldLayoutId id="2147483691" r:id="rId10"/>
    <p:sldLayoutId id="2147483693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292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3444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3297213-B630-4CFA-8FE1-099659C5DB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다채로운 액체 아트">
            <a:extLst>
              <a:ext uri="{FF2B5EF4-FFF2-40B4-BE49-F238E27FC236}">
                <a16:creationId xmlns:a16="http://schemas.microsoft.com/office/drawing/2014/main" id="{78D5ADAF-BAEB-5F6D-DDEF-66AB74F17B8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0153" b="9490"/>
          <a:stretch/>
        </p:blipFill>
        <p:spPr>
          <a:xfrm>
            <a:off x="1" y="10"/>
            <a:ext cx="12191999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13F26D5C-77E9-4A8D-95F0-1635BAD126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57781" y="-257784"/>
            <a:ext cx="6857999" cy="7373570"/>
          </a:xfrm>
          <a:prstGeom prst="rect">
            <a:avLst/>
          </a:prstGeom>
          <a:gradFill flip="none" rotWithShape="1">
            <a:gsLst>
              <a:gs pos="3000">
                <a:srgbClr val="000000">
                  <a:alpha val="0"/>
                </a:srgbClr>
              </a:gs>
              <a:gs pos="73000">
                <a:srgbClr val="000000">
                  <a:alpha val="48000"/>
                </a:srgbClr>
              </a:gs>
              <a:gs pos="100000">
                <a:srgbClr val="000000">
                  <a:alpha val="58000"/>
                </a:srgb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C09577F7-6D0E-8A62-DD07-06A7629F5F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8639" y="952500"/>
            <a:ext cx="10414829" cy="3893582"/>
          </a:xfrm>
        </p:spPr>
        <p:txBody>
          <a:bodyPr>
            <a:normAutofit fontScale="90000"/>
          </a:bodyPr>
          <a:lstStyle/>
          <a:p>
            <a:r>
              <a:rPr lang="en-US" altLang="ko-KR" b="1" dirty="0">
                <a:solidFill>
                  <a:srgbClr val="FFFFFF"/>
                </a:solidFill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!SOLUX - </a:t>
            </a:r>
            <a:r>
              <a:rPr lang="ko-KR" altLang="en-US" b="1" dirty="0">
                <a:solidFill>
                  <a:srgbClr val="FFFFFF"/>
                </a:solidFill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깃 기초 세미나 완료</a:t>
            </a:r>
            <a:r>
              <a:rPr lang="en-US" altLang="ko-KR" b="1" dirty="0">
                <a:solidFill>
                  <a:srgbClr val="FFFFFF"/>
                </a:solidFill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!</a:t>
            </a:r>
            <a:br>
              <a:rPr lang="en-US" altLang="ko-KR" dirty="0">
                <a:solidFill>
                  <a:srgbClr val="FFFFFF"/>
                </a:solidFill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</a:br>
            <a:br>
              <a:rPr lang="en-US" altLang="ko-KR" dirty="0">
                <a:solidFill>
                  <a:srgbClr val="FFFFFF"/>
                </a:solidFill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</a:br>
            <a:r>
              <a:rPr lang="ko-KR" altLang="en-US" dirty="0">
                <a:solidFill>
                  <a:srgbClr val="FFFFFF"/>
                </a:solidFill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깃 명령어 중 기억에 남는 것 두개를 적어주세요</a:t>
            </a:r>
            <a:br>
              <a:rPr lang="en-US" altLang="ko-KR" dirty="0">
                <a:solidFill>
                  <a:srgbClr val="FFFFFF"/>
                </a:solidFill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</a:br>
            <a:br>
              <a:rPr lang="en-US" altLang="ko-KR" dirty="0">
                <a:solidFill>
                  <a:srgbClr val="FFFFFF"/>
                </a:solidFill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</a:br>
            <a:r>
              <a:rPr lang="en-US" altLang="ko-KR" dirty="0">
                <a:solidFill>
                  <a:srgbClr val="FFFFFF"/>
                </a:solidFill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1. git add .</a:t>
            </a:r>
            <a:br>
              <a:rPr lang="en-US" altLang="ko-KR" dirty="0">
                <a:solidFill>
                  <a:srgbClr val="FFFFFF"/>
                </a:solidFill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</a:br>
            <a:br>
              <a:rPr lang="en-US" altLang="ko-KR" dirty="0">
                <a:solidFill>
                  <a:srgbClr val="FFFFFF"/>
                </a:solidFill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</a:br>
            <a:r>
              <a:rPr lang="en-US" altLang="ko-KR" dirty="0">
                <a:solidFill>
                  <a:srgbClr val="FFFFFF"/>
                </a:solidFill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2. git status</a:t>
            </a:r>
            <a:endParaRPr lang="ko-KR" altLang="en-US" dirty="0">
              <a:solidFill>
                <a:srgbClr val="FFFFFF"/>
              </a:solidFill>
              <a:latin typeface="한컴 말랑말랑 Bold" panose="020F0803000000000000" pitchFamily="50" charset="-127"/>
              <a:ea typeface="한컴 말랑말랑 Bold" panose="020F0803000000000000" pitchFamily="50" charset="-127"/>
            </a:endParaRP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D02959B3-EF0E-63AA-8139-9EAC4484DB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67185" y="4846083"/>
            <a:ext cx="6406561" cy="1211818"/>
          </a:xfrm>
        </p:spPr>
        <p:txBody>
          <a:bodyPr anchor="b">
            <a:normAutofit/>
          </a:bodyPr>
          <a:lstStyle/>
          <a:p>
            <a:r>
              <a:rPr lang="ko-KR" altLang="en-US" sz="3200" dirty="0">
                <a:solidFill>
                  <a:srgbClr val="FFFFFF"/>
                </a:solidFill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컴퓨터과학과 </a:t>
            </a:r>
            <a:r>
              <a:rPr lang="en-US" altLang="ko-KR" sz="3200" dirty="0">
                <a:solidFill>
                  <a:srgbClr val="FFFFFF"/>
                </a:solidFill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/ 2313958</a:t>
            </a:r>
            <a:r>
              <a:rPr lang="ko-KR" altLang="en-US" sz="3200" dirty="0">
                <a:solidFill>
                  <a:srgbClr val="FFFFFF"/>
                </a:solidFill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 </a:t>
            </a:r>
            <a:r>
              <a:rPr lang="en-US" altLang="ko-KR" sz="3200" dirty="0">
                <a:solidFill>
                  <a:srgbClr val="FFFFFF"/>
                </a:solidFill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/ </a:t>
            </a:r>
            <a:r>
              <a:rPr lang="ko-KR" altLang="en-US" sz="3200" dirty="0">
                <a:solidFill>
                  <a:srgbClr val="FFFFFF"/>
                </a:solidFill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홍상희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632DC5A-0728-490F-8655-6B43778270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43467" y="678719"/>
            <a:ext cx="10905066" cy="0"/>
          </a:xfrm>
          <a:prstGeom prst="line">
            <a:avLst/>
          </a:prstGeom>
          <a:ln w="381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28BB1F6D-CF9C-422D-9324-C46415BB9D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43467" y="6309695"/>
            <a:ext cx="10905066" cy="0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73825"/>
      </p:ext>
    </p:extLst>
  </p:cSld>
  <p:clrMapOvr>
    <a:masterClrMapping/>
  </p:clrMapOvr>
</p:sld>
</file>

<file path=ppt/theme/theme1.xml><?xml version="1.0" encoding="utf-8"?>
<a:theme xmlns:a="http://schemas.openxmlformats.org/drawingml/2006/main" name="TribuneVTI">
  <a:themeElements>
    <a:clrScheme name="AnalogousFromLightSeedLeftStep">
      <a:dk1>
        <a:srgbClr val="000000"/>
      </a:dk1>
      <a:lt1>
        <a:srgbClr val="FFFFFF"/>
      </a:lt1>
      <a:dk2>
        <a:srgbClr val="3C2441"/>
      </a:dk2>
      <a:lt2>
        <a:srgbClr val="E2E5E8"/>
      </a:lt2>
      <a:accent1>
        <a:srgbClr val="C49B6D"/>
      </a:accent1>
      <a:accent2>
        <a:srgbClr val="C67B72"/>
      </a:accent2>
      <a:accent3>
        <a:srgbClr val="D18CA1"/>
      </a:accent3>
      <a:accent4>
        <a:srgbClr val="C672B0"/>
      </a:accent4>
      <a:accent5>
        <a:srgbClr val="C78CD1"/>
      </a:accent5>
      <a:accent6>
        <a:srgbClr val="9772C6"/>
      </a:accent6>
      <a:hlink>
        <a:srgbClr val="6184AA"/>
      </a:hlink>
      <a:folHlink>
        <a:srgbClr val="7F7F7F"/>
      </a:folHlink>
    </a:clrScheme>
    <a:fontScheme name="Amasis-Univers">
      <a:majorFont>
        <a:latin typeface="Amasis MT Pro Medium"/>
        <a:ea typeface=""/>
        <a:cs typeface=""/>
      </a:majorFont>
      <a:minorFont>
        <a:latin typeface="Univer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ribuneVTI" id="{4D84C650-59FC-4F6B-ADA6-B11C508FF6CE}" vid="{0E07EAE6-ACBC-4250-8522-FC108A45043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1D100452559EB044BE388605CB74258D" ma:contentTypeVersion="3" ma:contentTypeDescription="새 문서를 만듭니다." ma:contentTypeScope="" ma:versionID="cece4e6235a4db8d39d8d638fea72851">
  <xsd:schema xmlns:xsd="http://www.w3.org/2001/XMLSchema" xmlns:xs="http://www.w3.org/2001/XMLSchema" xmlns:p="http://schemas.microsoft.com/office/2006/metadata/properties" xmlns:ns3="98b0916f-e4a7-4c55-83b1-875d2b78f67f" targetNamespace="http://schemas.microsoft.com/office/2006/metadata/properties" ma:root="true" ma:fieldsID="6378c330591d7126ae0349359d00147e" ns3:_="">
    <xsd:import namespace="98b0916f-e4a7-4c55-83b1-875d2b78f67f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8b0916f-e4a7-4c55-83b1-875d2b78f67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9B55A3BC-FD9C-4E32-B806-11857434362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8b0916f-e4a7-4c55-83b1-875d2b78f67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B83A4207-492F-492F-AC12-D6CB0949B3B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4E61994-E40D-4A68-9927-853208928391}">
  <ds:schemaRefs>
    <ds:schemaRef ds:uri="http://purl.org/dc/dcmitype/"/>
    <ds:schemaRef ds:uri="http://schemas.microsoft.com/office/2006/documentManagement/types"/>
    <ds:schemaRef ds:uri="http://www.w3.org/XML/1998/namespace"/>
    <ds:schemaRef ds:uri="http://purl.org/dc/terms/"/>
    <ds:schemaRef ds:uri="http://schemas.microsoft.com/office/2006/metadata/properties"/>
    <ds:schemaRef ds:uri="98b0916f-e4a7-4c55-83b1-875d2b78f67f"/>
    <ds:schemaRef ds:uri="http://schemas.microsoft.com/office/infopath/2007/PartnerControls"/>
    <ds:schemaRef ds:uri="http://schemas.openxmlformats.org/package/2006/metadata/core-properties"/>
    <ds:schemaRef ds:uri="http://purl.org/dc/elements/1.1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36</Words>
  <Application>Microsoft Office PowerPoint</Application>
  <PresentationFormat>와이드스크린</PresentationFormat>
  <Paragraphs>2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6" baseType="lpstr">
      <vt:lpstr>한컴 말랑말랑 Bold</vt:lpstr>
      <vt:lpstr>Amasis MT Pro Medium</vt:lpstr>
      <vt:lpstr>Arial</vt:lpstr>
      <vt:lpstr>Univers Light</vt:lpstr>
      <vt:lpstr>TribuneVTI</vt:lpstr>
      <vt:lpstr>!SOLUX - 깃 기초 세미나 완료!  깃 명령어 중 기억에 남는 것 두개를 적어주세요  1. git add .  2. git status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!SOLUX - 깃 기초 세미나 완료!  깃 명령어 중 기억에 남는 것 두개를 적어주세요  1. --------  2. --------</dc:title>
  <dc:creator>이효림</dc:creator>
  <cp:lastModifiedBy>상희 홍</cp:lastModifiedBy>
  <cp:revision>2</cp:revision>
  <dcterms:created xsi:type="dcterms:W3CDTF">2024-03-24T03:26:20Z</dcterms:created>
  <dcterms:modified xsi:type="dcterms:W3CDTF">2025-05-02T17:23:23Z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0x0101001D100452559EB044BE388605CB74258D</vt:lpwstr>
  </property>
</Properties>
</file>